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4" r:id="rId4"/>
    <p:sldId id="257" r:id="rId5"/>
    <p:sldId id="268" r:id="rId6"/>
    <p:sldId id="258" r:id="rId7"/>
    <p:sldId id="265" r:id="rId8"/>
    <p:sldId id="266" r:id="rId9"/>
    <p:sldId id="267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7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0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8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2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6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07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7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57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59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67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fld id="{A930FD42-0285-41C8-A007-01003E64F0FB}" type="datetimeFigureOut">
              <a:rPr lang="en-US"/>
              <a:pPr>
                <a:defRPr/>
              </a:pPr>
              <a:t>9/3/2025</a:t>
            </a:fld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D91D7C-D1E1-44D9-B090-AC4976C8C7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63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 userDrawn="1"/>
        </p:nvSpPr>
        <p:spPr>
          <a:xfrm>
            <a:off x="439738" y="614363"/>
            <a:ext cx="11309350" cy="936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3EBF3-B68B-48CD-9420-F938A28218FC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0E3B08-8F4E-49EE-AA63-F71F1C628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085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/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1B875-6EBF-4768-9876-4C4B7BC9DE62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996A5-6878-466F-B6B7-12A65E739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079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86EE4-A1FD-487F-93FA-6E33621BAD81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580E4-B0F0-4B21-A3F2-B8FD369006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222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00155-C481-47F1-9D7F-275F4787B9D0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DCE38-11B8-4C59-B5BB-D5ED43DB14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6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spect="1"/>
          </p:cNvSpPr>
          <p:nvPr userDrawn="1"/>
        </p:nvSpPr>
        <p:spPr>
          <a:xfrm>
            <a:off x="441325" y="606425"/>
            <a:ext cx="3719513" cy="99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6F6A-05CC-4558-B195-9DA9610772DE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A0C352-A31F-434C-8AD7-1F7774A61C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643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A3008-1B40-4223-B122-0F46802439C0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B1930-88C0-49F1-A3FD-5465C02F7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036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2C7CF-EC75-4C98-A8B8-97F51DB3ACBE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6A7F2EF-2C87-45BB-A48E-27DBCFB096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720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/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fld id="{FC6B08B3-FDFB-4C79-91C1-2EBC50F92C0D}" type="datetimeFigureOut">
              <a:rPr lang="en-US"/>
              <a:pPr>
                <a:defRPr/>
              </a:pPr>
              <a:t>9/3/2025</a:t>
            </a:fld>
            <a:endParaRPr 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6A33499-4447-4127-9842-CD46AD074B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473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18CD3-28BB-455B-834A-1AB7A441C2F1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FE63E-0E6E-4852-B46C-47B565D10E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165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3D455-3C3F-4531-B175-D8A0880B8D12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20F3A-436C-4453-9AAC-95FFF977D8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58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9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500063"/>
            <a:ext cx="10772775" cy="1657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6275" y="2011363"/>
            <a:ext cx="10753725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1913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9F5F5B0-9587-43C2-A23A-4F35A98F4004}" type="datetimeFigureOut">
              <a:rPr lang="en-US">
                <a:solidFill>
                  <a:prstClr val="black">
                    <a:alpha val="8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788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alpha val="8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4588" y="5876925"/>
            <a:ext cx="2925762" cy="13970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300" smtClean="0">
                <a:solidFill>
                  <a:srgbClr val="50B4C8"/>
                </a:solidFill>
                <a:latin typeface="Calibri Light" panose="020F0302020204030204" pitchFamily="34" charset="0"/>
              </a:defRPr>
            </a:lvl1pPr>
          </a:lstStyle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29323-49BA-4C54-8E1B-1E8137C8BFBC}" type="slidenum">
              <a:rPr lang="en-US" altLang="en-US">
                <a:cs typeface="Arial" panose="020B0604020202020204" pitchFamily="34" charset="0"/>
              </a:rPr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06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 kern="1200" spc="-12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85000"/>
        </a:lnSpc>
        <a:spcBef>
          <a:spcPts val="1300"/>
        </a:spcBef>
        <a:spcAft>
          <a:spcPct val="0"/>
        </a:spcAft>
        <a:buFont typeface="Arial" panose="020B0604020202020204" pitchFamily="34" charset="0"/>
        <a:buChar char=" 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346075" indent="-34290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547688" indent="-547688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i="1" kern="1200">
          <a:solidFill>
            <a:srgbClr val="262626"/>
          </a:solidFill>
          <a:latin typeface="+mn-lt"/>
          <a:ea typeface="+mn-ea"/>
          <a:cs typeface="+mn-cs"/>
        </a:defRPr>
      </a:lvl3pPr>
      <a:lvl4pPr marL="822325" indent="-822325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kern="1200">
          <a:solidFill>
            <a:srgbClr val="262626"/>
          </a:solidFill>
          <a:latin typeface="+mn-lt"/>
          <a:ea typeface="+mn-ea"/>
          <a:cs typeface="+mn-cs"/>
        </a:defRPr>
      </a:lvl4pPr>
      <a:lvl5pPr marL="1096963" indent="-1096963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kern="1200">
          <a:solidFill>
            <a:srgbClr val="262626"/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6448" y="4546362"/>
            <a:ext cx="8531551" cy="711437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>Name of the </a:t>
            </a:r>
            <a:r>
              <a:rPr lang="en-US" dirty="0" smtClean="0"/>
              <a:t>Students</a:t>
            </a:r>
            <a:endParaRPr lang="en-US" dirty="0"/>
          </a:p>
          <a:p>
            <a:pPr algn="r"/>
            <a:r>
              <a:rPr lang="en-US" dirty="0"/>
              <a:t>Registration No.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67676" y="28573"/>
            <a:ext cx="11793415" cy="23844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4950" y="712788"/>
            <a:ext cx="11790363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 eaLnBrk="1" hangingPunct="1"/>
            <a:r>
              <a:rPr lang="en-GB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1419225" y="4763"/>
            <a:ext cx="9353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  <a:endParaRPr lang="en-US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076" y="2563342"/>
            <a:ext cx="18415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952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7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920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7327"/>
            <a:ext cx="10515600" cy="4809636"/>
          </a:xfrm>
        </p:spPr>
        <p:txBody>
          <a:bodyPr/>
          <a:lstStyle/>
          <a:p>
            <a:r>
              <a:rPr lang="en-US" dirty="0"/>
              <a:t>Brief mention about the topic including introduction, motivation, advantage, application ..</a:t>
            </a:r>
            <a:r>
              <a:rPr lang="en-US" dirty="0" err="1"/>
              <a:t>etc</a:t>
            </a:r>
            <a:r>
              <a:rPr lang="en-US" dirty="0"/>
              <a:t> (make points instead of long paragraphs)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92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438150" y="727075"/>
            <a:ext cx="10772775" cy="72707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</a:t>
            </a:r>
            <a:endParaRPr lang="ar-SY" sz="3200" b="1" dirty="0">
              <a:solidFill>
                <a:schemeClr val="bg1"/>
              </a:solidFill>
              <a:latin typeface="Times New Roman" panose="02020603050405020304" pitchFamily="18" charset="0"/>
              <a:ea typeface="Majalla U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940988"/>
              </p:ext>
            </p:extLst>
          </p:nvPr>
        </p:nvGraphicFramePr>
        <p:xfrm>
          <a:off x="442913" y="1676400"/>
          <a:ext cx="11304587" cy="510540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7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579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469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58321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879344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Journal,</a:t>
                      </a:r>
                      <a:r>
                        <a:rPr lang="en-US" sz="16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Publisher,</a:t>
                      </a:r>
                      <a:r>
                        <a:rPr lang="en-US" sz="16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author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7217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just" rtl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92012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just" rtl="0">
                        <a:lnSpc>
                          <a:spcPts val="144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1867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marL="171450" indent="-17145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marL="171450" indent="-17145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3827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11256963" y="6448425"/>
            <a:ext cx="477837" cy="415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802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91"/>
          </a:xfrm>
        </p:spPr>
        <p:txBody>
          <a:bodyPr/>
          <a:lstStyle/>
          <a:p>
            <a:r>
              <a:rPr lang="en-US" dirty="0"/>
              <a:t>Technical Details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594"/>
            <a:ext cx="10515600" cy="4946369"/>
          </a:xfrm>
        </p:spPr>
        <p:txBody>
          <a:bodyPr/>
          <a:lstStyle/>
          <a:p>
            <a:r>
              <a:rPr lang="en-US" dirty="0"/>
              <a:t>Write the technical details of the technique studied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33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720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Technical Details</a:t>
            </a:r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230594"/>
            <a:ext cx="10515600" cy="4946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Write the technical details of the technique studied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5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91"/>
          </a:xfrm>
        </p:spPr>
        <p:txBody>
          <a:bodyPr/>
          <a:lstStyle/>
          <a:p>
            <a:r>
              <a:rPr lang="en-US" dirty="0"/>
              <a:t>Technical Details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230594"/>
            <a:ext cx="10515600" cy="4946369"/>
          </a:xfrm>
        </p:spPr>
        <p:txBody>
          <a:bodyPr/>
          <a:lstStyle/>
          <a:p>
            <a:r>
              <a:rPr lang="en-US" dirty="0"/>
              <a:t>Write the technical details of the technique studied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86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91"/>
          </a:xfrm>
        </p:spPr>
        <p:txBody>
          <a:bodyPr/>
          <a:lstStyle/>
          <a:p>
            <a:r>
              <a:rPr lang="en-US" dirty="0" smtClean="0"/>
              <a:t>Results and Discussion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230594"/>
            <a:ext cx="10515600" cy="4946369"/>
          </a:xfrm>
        </p:spPr>
        <p:txBody>
          <a:bodyPr/>
          <a:lstStyle/>
          <a:p>
            <a:r>
              <a:rPr lang="en-US" dirty="0" smtClean="0"/>
              <a:t>Give the details of results and the corresponding analysis (Tables, Graphs, Other forms of results if any)</a:t>
            </a:r>
          </a:p>
          <a:p>
            <a:r>
              <a:rPr lang="en-US" dirty="0" smtClean="0"/>
              <a:t>If needed students are advised to extend the results to more than one (or required number of) slide.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20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91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594"/>
            <a:ext cx="10515600" cy="494636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72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191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594"/>
            <a:ext cx="10515600" cy="4946369"/>
          </a:xfrm>
        </p:spPr>
        <p:txBody>
          <a:bodyPr/>
          <a:lstStyle/>
          <a:p>
            <a:r>
              <a:rPr lang="en-US" dirty="0"/>
              <a:t>Add the references referred while studding the STAR topic.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82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143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Majalla UI</vt:lpstr>
      <vt:lpstr>Times New Roman</vt:lpstr>
      <vt:lpstr>Office Theme</vt:lpstr>
      <vt:lpstr>Metropolitan</vt:lpstr>
      <vt:lpstr>PowerPoint Presentation</vt:lpstr>
      <vt:lpstr>Outlines</vt:lpstr>
      <vt:lpstr>Introduction</vt:lpstr>
      <vt:lpstr>Literature Study</vt:lpstr>
      <vt:lpstr>Technical Details</vt:lpstr>
      <vt:lpstr>PowerPoint Presentation</vt:lpstr>
      <vt:lpstr>Technical Details</vt:lpstr>
      <vt:lpstr>Results and Discussion</vt:lpstr>
      <vt:lpstr>Conclusion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chandrashekhar bhende</cp:lastModifiedBy>
  <cp:revision>11</cp:revision>
  <dcterms:created xsi:type="dcterms:W3CDTF">2021-10-20T17:21:02Z</dcterms:created>
  <dcterms:modified xsi:type="dcterms:W3CDTF">2025-09-03T09:38:42Z</dcterms:modified>
</cp:coreProperties>
</file>