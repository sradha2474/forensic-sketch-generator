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6"/>
    <p:sldId id="263" r:id="rId5"/>
    <p:sldId id="264" r:id="rId4"/>
    <p:sldId id="265" r:id="rId3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973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10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680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32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56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07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72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57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597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767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>
              <a:defRPr/>
            </a:pPr>
            <a:fld id="{A930FD42-0285-41C8-A007-01003E64F0FB}" type="datetimeFigureOut">
              <a:rPr lang="en-US"/>
              <a:pPr>
                <a:defRPr/>
              </a:pPr>
              <a:t>9/3/2025</a:t>
            </a:fld>
            <a:endParaRPr lang="en-US" dirty="0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FD91D7C-D1E1-44D9-B090-AC4976C8C7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632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 userDrawn="1"/>
        </p:nvSpPr>
        <p:spPr>
          <a:xfrm>
            <a:off x="439738" y="614363"/>
            <a:ext cx="11309350" cy="9366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3EBF3-B68B-48CD-9420-F938A28218FC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0E3B08-8F4E-49EE-AA63-F71F1C628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4085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/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1B875-6EBF-4768-9876-4C4B7BC9DE62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996A5-6878-466F-B6B7-12A65E7393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079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86EE4-A1FD-487F-93FA-6E33621BAD81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580E4-B0F0-4B21-A3F2-B8FD369006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3222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600155-C481-47F1-9D7F-275F4787B9D0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DCE38-11B8-4C59-B5BB-D5ED43DB14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2862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spect="1"/>
          </p:cNvSpPr>
          <p:nvPr userDrawn="1"/>
        </p:nvSpPr>
        <p:spPr>
          <a:xfrm>
            <a:off x="441325" y="606425"/>
            <a:ext cx="3719513" cy="99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16F6A-05CC-4558-B195-9DA9610772DE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BA0C352-A31F-434C-8AD7-1F7774A61C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6438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A3008-1B40-4223-B122-0F46802439C0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B1930-88C0-49F1-A3FD-5465C02F7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0368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2C7CF-EC75-4C98-A8B8-97F51DB3ACBE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6A7F2EF-2C87-45BB-A48E-27DBCFB096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3720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/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>
              <a:defRPr/>
            </a:pPr>
            <a:fld id="{FC6B08B3-FDFB-4C79-91C1-2EBC50F92C0D}" type="datetimeFigureOut">
              <a:rPr lang="en-US"/>
              <a:pPr>
                <a:defRPr/>
              </a:pPr>
              <a:t>9/3/2025</a:t>
            </a:fld>
            <a:endParaRPr 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6A33499-4447-4127-9842-CD46AD074B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4473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18CD3-28BB-455B-834A-1AB7A441C2F1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FE63E-0E6E-4852-B46C-47B565D10E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41659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3D455-3C3F-4531-B175-D8A0880B8D12}" type="datetimeFigureOut">
              <a:rPr lang="en-US">
                <a:solidFill>
                  <a:prstClr val="black">
                    <a:alpha val="80000"/>
                  </a:prstClr>
                </a:solidFill>
              </a:rPr>
              <a:pPr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20F3A-436C-4453-9AAC-95FFF977D8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85861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D5388-A1FE-4590-A424-AF6B09356A96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99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5" y="500063"/>
            <a:ext cx="10772775" cy="1657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6275" y="2011363"/>
            <a:ext cx="10753725" cy="3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1913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C9F5F5B0-9587-43C2-A23A-4F35A98F4004}" type="datetimeFigureOut">
              <a:rPr lang="en-US">
                <a:solidFill>
                  <a:prstClr val="black">
                    <a:alpha val="8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9/3/2025</a:t>
            </a:fld>
            <a:endParaRPr lang="en-US" dirty="0">
              <a:solidFill>
                <a:prstClr val="black">
                  <a:alpha val="8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788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alpha val="8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4588" y="5876925"/>
            <a:ext cx="2925762" cy="13970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300" smtClean="0">
                <a:solidFill>
                  <a:srgbClr val="50B4C8"/>
                </a:solidFill>
                <a:latin typeface="Calibri Light" panose="020F0302020204030204" pitchFamily="34" charset="0"/>
              </a:defRPr>
            </a:lvl1pPr>
          </a:lstStyle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8529323-49BA-4C54-8E1B-1E8137C8BFBC}" type="slidenum">
              <a:rPr lang="en-US" altLang="en-US">
                <a:cs typeface="Arial" panose="020B0604020202020204" pitchFamily="34" charset="0"/>
              </a:rPr>
              <a:pPr defTabSz="4572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06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5400" kern="1200" spc="-12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Calibri Light" panose="020F0302020204030204" pitchFamily="34" charset="0"/>
        </a:defRPr>
      </a:lvl9pPr>
    </p:titleStyle>
    <p:bodyStyle>
      <a:lvl1pPr marL="90488" indent="-90488" algn="l" rtl="0" eaLnBrk="0" fontAlgn="base" hangingPunct="0">
        <a:lnSpc>
          <a:spcPct val="85000"/>
        </a:lnSpc>
        <a:spcBef>
          <a:spcPts val="1300"/>
        </a:spcBef>
        <a:spcAft>
          <a:spcPct val="0"/>
        </a:spcAft>
        <a:buFont typeface="Arial" panose="020B0604020202020204" pitchFamily="34" charset="0"/>
        <a:buChar char=" "/>
        <a:defRPr sz="2400" kern="1200">
          <a:solidFill>
            <a:srgbClr val="262626"/>
          </a:solidFill>
          <a:latin typeface="+mn-lt"/>
          <a:ea typeface="+mn-ea"/>
          <a:cs typeface="+mn-cs"/>
        </a:defRPr>
      </a:lvl1pPr>
      <a:lvl2pPr marL="346075" indent="-342900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 "/>
        <a:defRPr sz="2400" kern="1200">
          <a:solidFill>
            <a:srgbClr val="262626"/>
          </a:solidFill>
          <a:latin typeface="+mn-lt"/>
          <a:ea typeface="+mn-ea"/>
          <a:cs typeface="+mn-cs"/>
        </a:defRPr>
      </a:lvl2pPr>
      <a:lvl3pPr marL="547688" indent="-547688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 "/>
        <a:defRPr sz="2000" i="1" kern="1200">
          <a:solidFill>
            <a:srgbClr val="262626"/>
          </a:solidFill>
          <a:latin typeface="+mn-lt"/>
          <a:ea typeface="+mn-ea"/>
          <a:cs typeface="+mn-cs"/>
        </a:defRPr>
      </a:lvl3pPr>
      <a:lvl4pPr marL="822325" indent="-822325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 "/>
        <a:defRPr sz="2000" kern="1200">
          <a:solidFill>
            <a:srgbClr val="262626"/>
          </a:solidFill>
          <a:latin typeface="+mn-lt"/>
          <a:ea typeface="+mn-ea"/>
          <a:cs typeface="+mn-cs"/>
        </a:defRPr>
      </a:lvl4pPr>
      <a:lvl5pPr marL="1096963" indent="-1096963" algn="l" rtl="0" eaLnBrk="0" fontAlgn="base" hangingPunct="0">
        <a:lnSpc>
          <a:spcPct val="85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 "/>
        <a:defRPr sz="2000" kern="1200">
          <a:solidFill>
            <a:srgbClr val="262626"/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11887200" cy="7772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Major Project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1234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Forensic Sketch Generator: An AI-Powered Approach
Using NLP and Conditional GAN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377440"/>
            <a:ext cx="1737360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0690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1. Tusharkanta Behera    Regd. No.: 2301020601
2. Sradha Ram                Regd. No.: 2301020808
3. Sandeep Kumar Swain  Regd. No.: 2301020438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Under the supervision of Dr. Sukant Kishoro Bisoy
Department of CSE  |  C.V. Raman Global University, Bhubaneswar
Science and Technology Advancement — Assessment Review (STAAR)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pic>
        <p:nvPicPr>
          <p:cNvPr id="5" name="Picture 4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pic>
        <p:nvPicPr>
          <p:cNvPr id="6" name="Picture 5" descr="img_witn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280160"/>
            <a:ext cx="3931920" cy="4754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63840" y="5577840"/>
            <a:ext cx="39319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5623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Traditional composite creation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7223760" cy="48463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Facial composites begin with a Cognitive Interview — hours of recall, catalog picking, and revision.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Trained forensic sketch artists are scarce, costly, and introduce subjective bias.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Hand and software composites (Identikit, E-FIT, FACES) still demand expert operators.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Verbal memory often fails to map cleanly onto fixed feature libraries.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Early investigation windows need usable likenesses in minutes, not multi-hour sessions.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Gap: no artist-aligned AI that interviews → structures → sketches → refines with the witness.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Motivation</a:t>
            </a:r>
          </a:p>
        </p:txBody>
      </p:sp>
      <p:pic>
        <p:nvPicPr>
          <p:cNvPr id="5" name="Picture 4" descr="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128016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1463040"/>
            <a:ext cx="822960" cy="8229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645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Cut composite turnaround from hours to minutes for time-critical leads.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8016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0" y="1463040"/>
            <a:ext cx="822960" cy="82296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645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77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432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Assist investigators where certified artists are unavailable.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8016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0" y="1463040"/>
            <a:ext cx="822960" cy="8229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645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77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Fidelity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7432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Keep witness memory as the source of truth — not unconstrained prompts.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65760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37360" y="3840480"/>
            <a:ext cx="822960" cy="82296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40233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548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Practice 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2064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Digitize CI / H-CI workflow instead of generic text-to-image.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65760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77840" y="3840480"/>
            <a:ext cx="822960" cy="8229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40233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7548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12064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Edit one facial trait at a time without discarding identity.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657600"/>
            <a:ext cx="361188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18320" y="3840480"/>
            <a:ext cx="822960" cy="822960"/>
          </a:xfrm>
          <a:prstGeom prst="ellipse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0233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7548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512064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Enable measurable quality via FID, CLIP, and ArcFace metrics.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Existing Methods</a:t>
            </a:r>
          </a:p>
        </p:txBody>
      </p:sp>
      <p:pic>
        <p:nvPicPr>
          <p:cNvPr id="5" name="Picture 4" descr="ex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06240"/>
                <a:gridCol w="4114800"/>
              </a:tblGrid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How it works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 sketch + CI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Artist interviews &amp; draws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Scarce talent; hours per session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Identikit / E-FIT / FACES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Catalog feature 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expert; library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EvoFIT / EFIT-V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Holistic evolutionary faces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Still operator-guided software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Text-to-Face GANs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Caption → photo 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Photo output; weak interview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Sketch → Photo nets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Translate existing sketches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Assumes sketch already exists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</a:p>
        </p:txBody>
      </p:sp>
      <p:pic>
        <p:nvPicPr>
          <p:cNvPr id="5" name="Picture 4" descr="lit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234440"/>
          <a:ext cx="117043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645920"/>
                <a:gridCol w="2011680"/>
                <a:gridCol w="2560320"/>
                <a:gridCol w="2468880"/>
                <a:gridCol w="2468880"/>
              </a:tblGrid>
              <a:tr h="96926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Sl.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Venue / 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Gap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WJARR 2026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Soppari et al.
(Base paper)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SDXL → InsightFace
→ FAISS retrieval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Text→sketch→rank
reduces artist need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Weak iterative
refinement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CVPR / arXiv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TediGAN; ST²FG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Text→StyleGAN;
BERT + ACM edits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High-res control;
user refinement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Photo-like; GAN
instability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Elsevier / IJCB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DCGAN STF;
CLIP4Sketch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Sketch↔photo &amp;
CLIP matching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Strong once sketch
exists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text-to-
composite start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 SPL 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Galea &amp; Farrugia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VGG-Face +
3DMM augment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94.61% Rank-1
sketch–photo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sketch;
no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Research Gap</a:t>
            </a:r>
          </a:p>
        </p:txBody>
      </p:sp>
      <p:pic>
        <p:nvPicPr>
          <p:cNvPr id="5" name="Picture 4" descr="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617720"/>
                <a:gridCol w="461772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Dimension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State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Our Vision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Starting point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hand / software composite first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AI-led forensic interview → first draft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Workflow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One-shot prompt generation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Interview → profile → construct → refine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Feature control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Opaque prompt / full regeneration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Living profile; edit one trait at a time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 form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Photo faces or sketch-to-photo only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Explicit forensic pencil-style sketch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Product role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Artist replacement framing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Investigator assist; witness authority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5486400"/>
            <a:ext cx="11430000" cy="77724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Contribution: unify artist-style interviewing, controllable face construction, forensic sketch rendering, witness-in-the-loop refinement, and research-time biometric evaluation.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pic>
        <p:nvPicPr>
          <p:cNvPr id="5" name="Picture 4" descr="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Digitize composite practice: interview → structure features → compose face → render sketch → refine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194560" cy="31089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011680"/>
            <a:ext cx="822960" cy="8229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71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Interview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CI / H-CI protocol
structured dialogue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68880" y="3108960"/>
            <a:ext cx="256032" cy="201168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1828800"/>
            <a:ext cx="2194560" cy="31089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37560" y="2011680"/>
            <a:ext cx="822960" cy="82296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194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71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Feature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Living attribute
schema (13+ traits)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00600" y="3108960"/>
            <a:ext cx="256032" cy="201168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83479" y="1828800"/>
            <a:ext cx="2194560" cy="31089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79" y="2011680"/>
            <a:ext cx="822960" cy="8229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79" y="2194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971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Face Composer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19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Controllable gen
StyleGAN2 / SD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32319" y="3108960"/>
            <a:ext cx="256032" cy="201168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199" y="1828800"/>
            <a:ext cx="2194560" cy="31089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00999" y="2011680"/>
            <a:ext cx="822960" cy="82296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0999" y="2194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39" y="2971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Sketch Renderer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39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Pencil forensic
composite styling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64039" y="3108960"/>
            <a:ext cx="256032" cy="201168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19" y="1828800"/>
            <a:ext cx="2194560" cy="31089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32719" y="2011680"/>
            <a:ext cx="822960" cy="8229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19" y="2194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59" y="2971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Refinement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Selective edits
witness-approved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Assistive investigative tool — does not replace witness authority or legal identification.
Optional validation layer: FID · attribute consistency · ArcFace / FaceNet similarity.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End-to-End Workflow Diagram</a:t>
            </a:r>
          </a:p>
        </p:txBody>
      </p: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pic>
        <p:nvPicPr>
          <p:cNvPr id="6" name="Picture 5" descr="work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11521440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443484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1.  Session start with witness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443484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617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2.  Modules A–B build feature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43484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617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3.  Modules C–D synthesize &amp; sketch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3035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4.  Module E refines until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53035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5486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5.  Export approved composite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53035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5486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6.  Optional research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System Architecture Diagram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1152144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Technology Stack</a:t>
            </a:r>
          </a:p>
        </p:txBody>
      </p:sp>
      <p:pic>
        <p:nvPicPr>
          <p:cNvPr id="5" name="Picture 4" descr="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pic>
        <p:nvPicPr>
          <p:cNvPr id="6" name="Picture 5" descr="img_te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280160"/>
            <a:ext cx="3566160" cy="4754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0" y="5577840"/>
            <a:ext cx="356616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5623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PyTorch · Diffusers ·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2377440" cy="566928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44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Client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234440"/>
            <a:ext cx="5120640" cy="566928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3441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Next.js (planned)  ·  Streamlit MVP (live)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892808"/>
            <a:ext cx="2377440" cy="566928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0253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API /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1892808"/>
            <a:ext cx="5120640" cy="566928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00253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Next.js Route Handlers / FastAPI inference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551176"/>
            <a:ext cx="2377440" cy="566928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6090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ML Runtime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2551176"/>
            <a:ext cx="5120640" cy="566928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66090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Python 3.10+  ·  PyTorch 2.0+  ·  Diffusers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209544"/>
            <a:ext cx="2377440" cy="566928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192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Language / NLP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3209544"/>
            <a:ext cx="5120640" cy="566928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33192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Protocol-constrained LLM  ·  Transformers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867912"/>
            <a:ext cx="2377440" cy="566928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77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Vision Models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3867912"/>
            <a:ext cx="5120640" cy="566928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977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StyleGAN2-ADA  ·  SD v1.5  ·  OpenCV / PIL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526279"/>
            <a:ext cx="2377440" cy="566928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3600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360" y="4526279"/>
            <a:ext cx="5120640" cy="566928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4636007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ArcFace / FaceNet  ·  FID / CLIP scores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184648"/>
            <a:ext cx="2377440" cy="566928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9437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Data &amp; Ops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5184648"/>
            <a:ext cx="5120640" cy="566928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29437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CelebA · FFHQ · CUFS  ·  Docker + GPU worker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AI Pipeline</a:t>
            </a:r>
          </a:p>
        </p:txBody>
      </p:sp>
      <p:pic>
        <p:nvPicPr>
          <p:cNvPr id="5" name="Picture 4" descr="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pic>
        <p:nvPicPr>
          <p:cNvPr id="6" name="Picture 5" descr="ai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12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4983480"/>
            <a:ext cx="11430000" cy="123444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074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MVP path: Witness attributes → JSON profile → prompt builder → Stable Diffusion face → OpenCV pencil sketch.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Research path: LLM interview agent → attribute–latent map → StyleGAN2-ADA → Pix2Pix/CycleGAN sketch → guided refinement.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Unknown attributes stay unknown — no forced hallucination of unstated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Datasets</a:t>
            </a:r>
          </a:p>
        </p:txBody>
      </p:sp>
      <p:pic>
        <p:nvPicPr>
          <p:cNvPr id="5" name="Picture 4" descr="data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3931920"/>
              </a:tblGrid>
              <a:tr h="7680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 in Pipeline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Why it matters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CelebA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Attribute vocabulary &amp; conditional supervision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Maps language traits to facial labels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FFHQ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High-fidelity face generation 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Photoreal identity / quality backbone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CUFS / CUFSF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Photo–sketch translation &amp; evaluation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 / test forensic pencil domain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Witness profiles (MVP)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Structured interview JSON from live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546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End-to-end prototype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Fairness note: public face corpora may under-represent demographics and rare marks (scars, tattoos) — addressed in future fairness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Current Progress (≈ 50% MVP)</a:t>
            </a:r>
          </a:p>
        </p:txBody>
      </p:sp>
      <p:pic>
        <p:nvPicPr>
          <p:cNvPr id="5" name="Picture 4" descr="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02920" y="1280160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234440"/>
            <a:ext cx="10424160" cy="5943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Streamlit investigator UI with structured witness interview form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011680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1965960"/>
            <a:ext cx="10424160" cy="5943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WitnessProfile JSON schema + save/load to outputs/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743200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072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2697480"/>
            <a:ext cx="10424160" cy="5943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Attribute → Stable Diffusion prompt builder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474720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387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3429000"/>
            <a:ext cx="10424160" cy="5943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SD v1.5 face generation (CPU/GPU) with model cache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206240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702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160520"/>
            <a:ext cx="10424160" cy="5943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OpenCV edge-preserving forensic pencil sketch + download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4937760"/>
            <a:ext cx="502920" cy="50292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017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4892040"/>
            <a:ext cx="10424160" cy="5943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Extension stubs: interview agent, selective edit, eval, DB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Future Work</a:t>
            </a:r>
          </a:p>
        </p:txBody>
      </p:sp>
      <p:pic>
        <p:nvPicPr>
          <p:cNvPr id="5" name="Picture 4" descr="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128016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02920" cy="502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Conversational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Replace form with protocol-constrained LLM interview (Module 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8016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502920" cy="502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727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5544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StyleGAN2-ADA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402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Attribute-level latent edits without identity drift.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508760"/>
            <a:ext cx="502920" cy="502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727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5544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Sketch Translation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2402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Pix2Pix / CycleGAN on CUFS for stronger pencil domain.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11879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840479"/>
            <a:ext cx="502920" cy="502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04487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88619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Selective Inpainting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71999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Region edits for scars, spacing, jaw — ControlNet hooks.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611879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3840479"/>
            <a:ext cx="502920" cy="502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904487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88619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Evaluation Suite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571999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FID, CLIP attribute score, ArcFace identity metrics.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611879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21040" y="3840479"/>
            <a:ext cx="502920" cy="502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904487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88619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Practitioner Studies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571999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Controlled trials with forensic artists &amp; witness-role users.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Expected Impact</a:t>
            </a:r>
          </a:p>
        </p:txBody>
      </p:sp>
      <p:pic>
        <p:nvPicPr>
          <p:cNvPr id="5" name="Picture 4" descr="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128016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Minutes, not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Usable forensic-style composites for early investigation windows.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Procedural 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Protocol-constrained interviewing reduces operator drift.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Wider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860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Assist units lacking on-call composite artists.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611879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31919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Measurable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17719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Research metrics enable objective iteration.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611879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931919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Ethical framing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617719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Witness-in-the-loop; assistive — not courtroom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611879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931919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Open research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617719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Modular design allows model swap without UI rewrite.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Demo / Prototype</a:t>
            </a:r>
          </a:p>
        </p:txBody>
      </p:sp>
      <p:pic>
        <p:nvPicPr>
          <p:cNvPr id="5" name="Picture 4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pic>
        <p:nvPicPr>
          <p:cNvPr id="6" name="Picture 5" descr="demo_ui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77724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3566160" cy="45720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Live MVP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828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Witness interview board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JSON profile export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SD v1.5 generation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Pencil sketch styling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PNG + JSON download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CPU &amp; GPU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937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github.com/Sradha2474/
Forensic-Sketch-Generator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Timeline</a:t>
            </a:r>
          </a:p>
        </p:txBody>
      </p:sp>
      <p:pic>
        <p:nvPicPr>
          <p:cNvPr id="5" name="Picture 4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3200400"/>
            <a:ext cx="10698480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999232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2011680" cy="14173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Lit. survey &amp;
problem framing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749039"/>
            <a:ext cx="1371600" cy="4114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Done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2999232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1371600"/>
            <a:ext cx="2011680" cy="14173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MVP pipeline
Streamlit + SD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749039"/>
            <a:ext cx="1371600" cy="4114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Done</a:t>
            </a:r>
          </a:p>
        </p:txBody>
      </p:sp>
      <p:sp>
        <p:nvSpPr>
          <p:cNvPr id="19" name="Oval 18"/>
          <p:cNvSpPr/>
          <p:nvPr/>
        </p:nvSpPr>
        <p:spPr>
          <a:xfrm>
            <a:off x="5806440" y="2999232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1371600"/>
            <a:ext cx="2011680" cy="14173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Sketch quality &amp;
evaluation hooks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3749039"/>
            <a:ext cx="1371600" cy="4114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In progress</a:t>
            </a:r>
          </a:p>
        </p:txBody>
      </p:sp>
      <p:sp>
        <p:nvSpPr>
          <p:cNvPr id="25" name="Oval 24"/>
          <p:cNvSpPr/>
          <p:nvPr/>
        </p:nvSpPr>
        <p:spPr>
          <a:xfrm>
            <a:off x="8046720" y="2999232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20" y="1371600"/>
            <a:ext cx="2011680" cy="14173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Interview agent &amp;
selective edit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3749039"/>
            <a:ext cx="1371600" cy="4114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Next</a:t>
            </a:r>
          </a:p>
        </p:txBody>
      </p:sp>
      <p:sp>
        <p:nvSpPr>
          <p:cNvPr id="31" name="Oval 30"/>
          <p:cNvSpPr/>
          <p:nvPr/>
        </p:nvSpPr>
        <p:spPr>
          <a:xfrm>
            <a:off x="10287000" y="2999232"/>
            <a:ext cx="457200" cy="4572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0" y="1371600"/>
            <a:ext cx="2011680" cy="141732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Phase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StyleGAN + CUFS
+ user study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1240" y="3749039"/>
            <a:ext cx="1371600" cy="41148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124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Planned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754880"/>
            <a:ext cx="11247120" cy="137160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920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Near-term: tighten sketch fidelity, add metric dashboard, polish interview UX.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Mid-term: Module A conversational agent + Module E selective refinement.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Long-term: StyleGAN2-ADA + CUFS sketch translation + practitioner validation study.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pic>
        <p:nvPicPr>
          <p:cNvPr id="5" name="Picture 4" descr="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371600"/>
            <a:ext cx="7132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Forensic composites remain vital when CCTV / biometrics are unavailable.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We redesign Gen-AI sketching around real CI practice — not one-shot prompts.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Modular pipeline: interview → profile → controllable face → pencil sketch → refine.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50% MVP demonstrates the full path with Streamlit + Stable Diffusion + OpenCV.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Next: StyleGAN control, CUFS sketch translation, evaluation, and user studies.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Positioning: investigator assistive tool with witness-in-the-loop authority.</a:t>
            </a:r>
          </a:p>
        </p:txBody>
      </p:sp>
      <p:pic>
        <p:nvPicPr>
          <p:cNvPr id="7" name="Picture 6" descr="img_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371600"/>
            <a:ext cx="384048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pic>
        <p:nvPicPr>
          <p:cNvPr id="5" name="Picture 4" descr="re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3716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[1] Soppari et al. (2026). Forensic sketch generation using Gen-AI. WJARR.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[2] Nasir et al. (2019). Text2FaceGAN. IEEE BigMM.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[3] Chen et al. (2019). FTGAN: Fully-trained GAN for text-to-face. arXiv:1904.05729.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[4] Xia et al. (2021). TediGAN. CVPR.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[5] Oza et al. (2021). ST²FG — Semantic text-to-face GAN. arXiv:2107.10756.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[6] Devakumar &amp; Sarath (2023). Forensic sketch to real image using DCGAN. Procedia CS.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[7] Jain et al. (2024). CLIP4Sketch. IJCB.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[8] Galea &amp; Farrugia (2017). Forensic face photo-sketch recognition. IEEE SPL.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[9] Karras et al. (2020). Analyzing and improving StyleGAN. CVPR.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•  [10] Deng et al. (2019). ArcFace. CVPR.   |   [11] Schroff et al. (2015). FaceNet. CVPR.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Times New Roman"/>
                <a:ea typeface="Times New Roman"/>
                <a:cs typeface="Times New Roman"/>
              </a:rPr>
              <a:t>STAAR Assessment  |  Forensic Sketch Generator  |  C.V. Raman Global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Team: Tusharkanta Behera  ·  Sradha Ram  ·  Sandeep Kumar Swain
Guide: Dr. Sukant Kishoro Bisoy  |  CSE, C.V. Raman Global University
Repo: github.com/Sradha2474/Forensic-Sketch-Generator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143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Majalla UI</vt:lpstr>
      <vt:lpstr>Times New Roman</vt:lpstr>
      <vt:lpstr>Office Theme</vt:lpstr>
      <vt:lpstr>Metropolitan</vt:lpstr>
      <vt:lpstr>PowerPoint Presentation</vt:lpstr>
      <vt:lpstr>Outlines</vt:lpstr>
      <vt:lpstr>Introduction</vt:lpstr>
      <vt:lpstr>Literature Study</vt:lpstr>
      <vt:lpstr>Technical Details</vt:lpstr>
      <vt:lpstr>PowerPoint Presentation</vt:lpstr>
      <vt:lpstr>Technical Details</vt:lpstr>
      <vt:lpstr>Results and Discussion</vt:lpstr>
      <vt:lpstr>Conclusion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Microsoft account</dc:creator>
  <cp:lastModifiedBy>chandrashekhar bhende</cp:lastModifiedBy>
  <cp:revision>11</cp:revision>
  <dcterms:created xsi:type="dcterms:W3CDTF">2021-10-20T17:21:02Z</dcterms:created>
  <dcterms:modified xsi:type="dcterms:W3CDTF">2025-09-03T09:38:42Z</dcterms:modified>
</cp:coreProperties>
</file>